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cc9ae794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cc9ae794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cc9ae7943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cc9ae7943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cc9ae7943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cc9ae7943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cc9ae7943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cc9ae7943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cc9ae7943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cc9ae7943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cc9ae7943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cc9ae7943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cc9ae7943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cc9ae7943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cc9ae7943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cc9ae7943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cc9ae7943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cc9ae7943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cc9ae7943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cc9ae7943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cc9ae7943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cc9ae7943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cc9ae7943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cc9ae7943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cc9ae7943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cc9ae7943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cc9ae79431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cc9ae79431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cc9ae79431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cc9ae7943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cc9ae79431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cc9ae79431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cc9ae79431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cc9ae7943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cc9ae79431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cc9ae79431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cc9ae79431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cc9ae79431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gutenberg.org/files/100/100-0.tx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gutenberg.org/files/100/100-0.txt" TargetMode="External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gutenberg.org/files/100/100-0.txt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Machine Learning HomeWork Assignment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Kaustubh Shivshankar Shejole (BT20CSE112)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Use of HMM in partitioning the alphabet set into 2 sets using text from Shakespeare’s writings.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434150"/>
            <a:ext cx="8520600" cy="31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source: https://www.gutenberg.org/files/100/100-0.txt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Possible Candidate Algorithms: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	Hidden Markov Models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	Dynamic Programming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	Artificial Neural Network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Why HMM was preferred?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434150"/>
            <a:ext cx="8520600" cy="31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	Hidden Markov Models are highly efficient to get trained given an observation sequence.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	HMMs give more optimal answer than Dynamic Programming.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	HMMs can be understood by humans unlike ANNs.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	Data was sequential and hence I preferred to choose Hidden Markov Model over others.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Python Library used: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434150"/>
            <a:ext cx="8520600" cy="31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	numpy (import numpy)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	requests (import requests)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	BeautifulSoup (from bs4)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	re (import re)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Initial Model: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415075"/>
            <a:ext cx="4336800" cy="31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 = [0.51316, 0.48684]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[	[ 0.47468,	0.52532],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[0.51656,		0.48344]]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with the observation states as 27, 26 lowercase alphabets with 1 as whitespace.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Initialized B with each value approximately 1/27 ensuring it is row-stochastic.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1700" y="259025"/>
            <a:ext cx="2434550" cy="44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6452150" y="4692900"/>
            <a:ext cx="12024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A: Used only one english sentence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434150"/>
            <a:ext cx="8520600" cy="31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'the quick brown fox jumps over the lazy dog and then rests peacefully'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= [19, 7, 4, 26, 16, 20, 8, 2, 10, 26, 1, 17, 14, 22, 13, 26, 5, 14, 23, 26, 9, 20, 12, 15, 18, 26, 14, 21, 4, 17, 26, 19, 7, 4, 26, 11, 0, 25, 24, 26, 3, 14, 6, 26, 0, 13, 3, 26, 19, 7, 4, 13, 26, 17, 4, 18, 19, 18, 26, 15, 4, 0, 2, 4, 5, 20, 11, 11, 24]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we trained Model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A: Used only one english sentence (Contd.)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434150"/>
            <a:ext cx="8520600" cy="31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Threshold (new_value_of_log(P(O|lambda)) - old_value = 0.001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epochs: 41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 = [1.000000000000002, 8.356337684774142e-253]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	[[3.982444907951401e-07, 	0.9999996017555091],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[0.7981057649355989, 		0.20189423506440118]]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A: Used only one english sentence (Contd.)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205125"/>
            <a:ext cx="8520600" cy="3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Matrix A suggests us that there are 2 classes: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that after Class1 there is high probability approximately 0.9999 that Class2 will appear,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Similarly Class1 after Class2 : 0.798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Class2 after Class2: 0.2018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guess that Class1 is of Vowels and class2 is of consonants.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A: Used only one english sentence (Contd.)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205125"/>
            <a:ext cx="4499100" cy="3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matrix :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observation sequence was small the results of b are not that much useful and some of the alphabets are missing.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GB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: Use larger observation sequence</a:t>
            </a:r>
            <a:endParaRPr b="1" i="1"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7237" y="0"/>
            <a:ext cx="238322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8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first 7000 characters from </a:t>
            </a:r>
            <a:r>
              <a:rPr lang="en-GB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https://www.gutenberg.org/files/100/100-0.txt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1895775" y="1605900"/>
            <a:ext cx="4422900" cy="29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Epochs: 100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 = [1.0000000000000044, 2.4195963165377017e-182]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[[0.27402870608541646, 	0.7259712939145779], 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[0.758025999436877, 		0.24197400056312807]]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4165200" cy="34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B: first 7000 characters from </a:t>
            </a:r>
            <a:r>
              <a:rPr lang="en-GB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https://www.gutenberg.org/files/100/100-0.txt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(Contd.)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6232675" y="4611850"/>
            <a:ext cx="1488600" cy="3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3450" y="336750"/>
            <a:ext cx="2758550" cy="432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3"/>
          <p:cNvSpPr txBox="1"/>
          <p:nvPr/>
        </p:nvSpPr>
        <p:spPr>
          <a:xfrm>
            <a:off x="1315925" y="3504900"/>
            <a:ext cx="775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32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3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8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B: first 7000 characters from </a:t>
            </a:r>
            <a:r>
              <a:rPr lang="en-GB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https://www.gutenberg.org/files/100/100-0.txt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1895775" y="1605900"/>
            <a:ext cx="4422900" cy="29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Classes: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Times New Roman"/>
              <a:buAutoNum type="arabicPeriod"/>
            </a:pPr>
            <a:r>
              <a:rPr lang="en-GB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['a', 'e', 'h', 'i', 'o', 'u', 'whitespace']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Times New Roman"/>
              <a:buAutoNum type="arabicPeriod"/>
            </a:pPr>
            <a:r>
              <a:rPr lang="en-GB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['b', 'c', 'd', 'f', 'g', 'j', 'k', 'l', 'm', 'n', 'p', 'q', 'r', 's', 't', 'v', 'w', 'x', 'y', 'z']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Approximately we can say 1 is vowels and 2 is consonants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8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C: After training on 20,000 characters for 100 epochs: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941525" y="1596350"/>
            <a:ext cx="6608100" cy="29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 = [1.0000000000001337, 6.334675146516008e-190]</a:t>
            </a:r>
            <a:endParaRPr sz="2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[	[0.29895489192080527, 0.7010451080792093], </a:t>
            </a:r>
            <a:endParaRPr sz="2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[0.7528803039963917, 0.24711969600360517]]</a:t>
            </a:r>
            <a:endParaRPr sz="2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02150" y="445025"/>
            <a:ext cx="2447400" cy="34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C: After training on 20,000 characters for 100 epochs (Contd.)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5707825" y="4020200"/>
            <a:ext cx="18417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" name="Google Shape;1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1950" y="152400"/>
            <a:ext cx="240206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311700" y="445025"/>
            <a:ext cx="8520600" cy="8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C: After training on 20,000 characters for 100 epochs (Contd.)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941525" y="1596350"/>
            <a:ext cx="6608100" cy="29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the classes formed are</a:t>
            </a:r>
            <a:endParaRPr sz="2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Times New Roman"/>
              <a:buAutoNum type="arabicPeriod"/>
            </a:pPr>
            <a:r>
              <a:rPr lang="en-GB" sz="2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['a', 'e', 'h', 'i', 'o', 'u', 'whitespace']</a:t>
            </a:r>
            <a:endParaRPr sz="2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Times New Roman"/>
              <a:buAutoNum type="arabicPeriod"/>
            </a:pPr>
            <a:r>
              <a:rPr lang="en-GB" sz="2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['b', 'c', 'd', 'f', 'g', 'j', 'k', 'l', 'm', 'n', 'p', 'q', 'r', 's', 't', 'v', 'w', 'x', 'y', 'z']</a:t>
            </a:r>
            <a:endParaRPr sz="2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311700" y="445025"/>
            <a:ext cx="8520600" cy="8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: Training on 50,000 characters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941525" y="1596350"/>
            <a:ext cx="6608100" cy="29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 = [0.999999999999367, 5.630214799842337e-183]</a:t>
            </a:r>
            <a:endParaRPr sz="2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	[[0.3152499483862772, 0.6847500516137502], </a:t>
            </a:r>
            <a:endParaRPr sz="2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[0.7608142723368025, 0.23918572766313517]]</a:t>
            </a:r>
            <a:endParaRPr sz="2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769775" y="521350"/>
            <a:ext cx="2705100" cy="26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D: Training on 50,000 characters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(Contd.)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7" name="Google Shape;15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7275" y="152400"/>
            <a:ext cx="235864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9"/>
          <p:cNvSpPr txBox="1"/>
          <p:nvPr/>
        </p:nvSpPr>
        <p:spPr>
          <a:xfrm>
            <a:off x="1315925" y="3504900"/>
            <a:ext cx="775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32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3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445025"/>
            <a:ext cx="8520600" cy="8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D: Training on 50,000 characters (Contd.)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941525" y="1176500"/>
            <a:ext cx="7104300" cy="3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classes are as follows: when difference &gt; 0.001 is used</a:t>
            </a:r>
            <a:endParaRPr sz="1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1:  ['a', 'e', 'h', 'i', 'o', 'u', 'whitespace']</a:t>
            </a:r>
            <a:endParaRPr sz="1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2:  ['b', 'c', 'd', 'f', 'g', 'j', 'k', 'l', 'm', 'n', 'p', 'q', 'r', 's', 't', 'v', 'w', 'y']</a:t>
            </a:r>
            <a:endParaRPr sz="1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log(P (O|lambda)) was initially -164691.65128603834 , after the 100 iterations it was -136737.95099821006.</a:t>
            </a:r>
            <a:endParaRPr sz="1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GB" sz="1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shows that the model has been improved significantly.</a:t>
            </a:r>
            <a:endParaRPr i="1" sz="1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[1] A Revealing Introduction to Hidden Markov Models Mark Stamp Department of Computer Science San Jose State University January 12,2018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[2] https://www.youtube.com/watch?v=PMIdkmXmZlg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[3] https://www.youtube.com/watch?v=fZ28ZmroMy8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/>
        </p:nvSpPr>
        <p:spPr>
          <a:xfrm>
            <a:off x="1489650" y="1806325"/>
            <a:ext cx="6164700" cy="14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Sir</a:t>
            </a:r>
            <a:endParaRPr sz="7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